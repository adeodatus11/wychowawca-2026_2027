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wszystkie klasy. Na slajdach i w ćwiczeniu nie pojawiają się dane osobowe ani przykłady pozwalające rozpoznać konkretnego ucznia. Po slajdach przejdź do ćwiczenia 'Audit dnia'. Unikaj oceniania wyglądu i wagi uczniów – rozmawiamy o zachowaniach, nie o ciałach.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zbieraj odpowiedzi na głos, jeśli klasa jest skrępowana. Wystarczy podniesienie ręki: mniej niż 6 godzin, 6–8, powyżej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Połącz temat z zawodem: zmęczenie i brak koncentracji przy maszynie albo w kuchni to realne ryzyko wypadku.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improwizuj instruktażu resuscytacji z pamięci. Jeśli klasa chce więcej, zaplanujcie osobne zajęcia praktyczne.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Podkreśl 'woda zamiast energetyka' – to w tym wieku realny problem, częstszy niż brak ruchu.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slajd, który zamienia 'zdrowy styl życia' w argument szkolny. Nie moralizuj – pokaż mechanizm.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Zapytaj: która strzałka pęka najczęściej w naszej klasie? Zwykle uczniowie wskazują 'kontakt' – nie mówią o trudności, dopóki nie jest duża.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dnia: uczniowie wybierają jeden element do poprawy przez tydzień: sen, śniadanie, ruch, nawodnienie, ograniczenie ekranu przed snem. Na slajdach i w ćwiczeniu nie pojawiają się dane osobowe ani przykłady pozwalające rozpoznać konkretnego ucznia. Uważaj na temat jedzenia i wagi – rozmawiaj o zachowaniach, nigdy o ciałach uczniów.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Ostatnie zdanie przeczytaj spokojnie. Jeśli ktoś zostanie po lekcji – zaproponuj kontakt z pielęgniarką, pedagogiem albo psychologiem.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EDF6F5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D6EAE7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DBECE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7360920" cy="198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Edukacja zdrowotna: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sen, ruch, jedzenie,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pierwsza pomoc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frekwencja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640080" y="40975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Zdrowie nie jest osobnym tematem obok szkoły. To warunek tego, czy w ogóle jesteś w stanie się uczyć i bezpiecznie pracować w pracowni.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E6F2F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1819656" cy="475488"/>
          </a:xfrm>
          <a:prstGeom prst="roundRect">
            <a:avLst>
              <a:gd name="adj" fmla="val 96154"/>
            </a:avLst>
          </a:prstGeom>
          <a:solidFill>
            <a:srgbClr val="E6F2F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6 · Edukacja zdrowotna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E6F2F0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 godzin spałeś ostatniej nocy? A ile godzin snu potrzebuje organizm w wieku 14–16 lat?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Zalecenia mówią o 8–10 godzinach. Nie chodzi o dyscyplinę — chodzi o pamięć, uwagę i odporność.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6 · Edukacja zdrowotna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Skąd bierze się temat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148840"/>
          </a:xfrm>
          <a:prstGeom prst="roundRect">
            <a:avLst>
              <a:gd name="adj" fmla="val 4255"/>
            </a:avLst>
          </a:prstGeom>
          <a:solidFill>
            <a:srgbClr val="E6F2F0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27148"/>
            <a:ext cx="877824" cy="877824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53782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671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b="1" dirty="0">
                <a:solidFill>
                  <a:srgbClr val="004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Edukacja zdrowotna: zdrowy styl życia, aktywność ruchowa, zachowania prozdrowotne i pierwsza pomoc.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40280" y="3364992"/>
            <a:ext cx="8671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Kierunki polityki oświatowej państwa na rok szkolny 2026/2027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886968" y="4498848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5246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Zdrowie to warunek gotowości do nauki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62602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609490" y="4498848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10" y="4652467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8634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pracowni bezpieczeństwo zależy od Twojej formy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085125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332013" y="4498848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652467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41157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Pierwsza pomoc to umiejętność, nie talent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6 · Edukacja zdrowotna · ZSZ5 we Wrocławiu · 2026/2027</a:t>
            </a:r>
            <a:endParaRPr lang="en-US" sz="950" dirty="0"/>
          </a:p>
        </p:txBody>
      </p:sp>
      <p:pic>
        <p:nvPicPr>
          <p:cNvPr id="22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LICZBY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Zapamiętaj te trzy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E6F2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12848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 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96112" y="3611880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04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tyle snu zalecają specjaliści nastolatkom. Poniżej tego spada uwaga, pamięć i odporność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8698" y="192024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E6F2F0"/>
          </a:solidFill>
          <a:ln/>
        </p:spPr>
      </p:sp>
      <p:sp>
        <p:nvSpPr>
          <p:cNvPr id="8" name="Text 6"/>
          <p:cNvSpPr/>
          <p:nvPr/>
        </p:nvSpPr>
        <p:spPr>
          <a:xfrm>
            <a:off x="4551578" y="2212848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24730" y="3611880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04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umiarkowanej aktywności ruchowej dziennie — spacer, rower, trening, praca fizyczna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97317" y="192024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E6F2F0"/>
          </a:solidFill>
          <a:ln/>
        </p:spPr>
      </p:sp>
      <p:sp>
        <p:nvSpPr>
          <p:cNvPr id="11" name="Text 9"/>
          <p:cNvSpPr/>
          <p:nvPr/>
        </p:nvSpPr>
        <p:spPr>
          <a:xfrm>
            <a:off x="8280197" y="2212848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353349" y="3611880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04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 alarmowy. Dzwonisz, gdy zagrożone jest zdrowie lub życie. Nie czekasz na pewność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038344"/>
            <a:ext cx="10911535" cy="1106424"/>
          </a:xfrm>
          <a:prstGeom prst="roundRect">
            <a:avLst>
              <a:gd name="adj" fmla="val 6612"/>
            </a:avLst>
          </a:prstGeom>
          <a:solidFill>
            <a:srgbClr val="F5F7F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436108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5093208"/>
            <a:ext cx="972281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Pierwsza pomoc w skrócie: sprawdzam przytomność i oddech, wzywam pomoc, działam i nie zostawiam osoby samej. Szczegóły ćwiczycie na zajęciach z pierwszej pomocy.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6 · Edukacja zdrowotna · ZSZ5 we Wrocławiu · 2026/2027</a:t>
            </a:r>
            <a:endParaRPr lang="en-US" sz="950" dirty="0"/>
          </a:p>
        </p:txBody>
      </p:sp>
      <p:pic>
        <p:nvPicPr>
          <p:cNvPr id="17" name="Image 1" descr="/sessions/compassionate-clever-carson/mnt/outputs/build/logo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CZTERY FILARY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Cztery rzeczy, na które naprawdę masz wpływ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EDF6F5"/>
          </a:solidFill>
          <a:ln/>
        </p:spPr>
      </p:sp>
      <p:sp>
        <p:nvSpPr>
          <p:cNvPr id="5" name="Shape 3"/>
          <p:cNvSpPr/>
          <p:nvPr/>
        </p:nvSpPr>
        <p:spPr>
          <a:xfrm>
            <a:off x="1446238" y="2057400"/>
            <a:ext cx="950976" cy="950976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472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0146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stała godzina zasypiania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poza łóżkiem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krótka drzemka nie zastąpi nocy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2828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ED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4228986" y="2057400"/>
            <a:ext cx="950976" cy="950976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220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3996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Ruch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715436" y="3886200"/>
            <a:ext cx="20146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musi być siłownia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dojście do szkoły też się liczy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 obniża napięcie i poprawia sen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05576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ED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011734" y="2057400"/>
            <a:ext cx="950976" cy="950976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968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6744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Jedzenie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98184" y="3886200"/>
            <a:ext cx="20146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śniadanie przed pierwszą lekcją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woda zamiast energetyka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regularność, nie dieta cud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88323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ED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9794481" y="2057400"/>
            <a:ext cx="950976" cy="950976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716" y="2285634"/>
            <a:ext cx="494508" cy="4945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491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Pierwsza pomoc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280931" y="3886200"/>
            <a:ext cx="20146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wiem, gdzie jest apteczka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znam numer 112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boję się wezwać pomocy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6 · Edukacja zdrowotna · ZSZ5 we Wrocławiu · 2026/2027</a:t>
            </a:r>
            <a:endParaRPr lang="en-US" sz="950" dirty="0"/>
          </a:p>
        </p:txBody>
      </p:sp>
      <p:pic>
        <p:nvPicPr>
          <p:cNvPr id="25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POŁĄCZENIE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to widać w dzienniku, a nie tylko w samopoczuciu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EDF6F5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07108"/>
            <a:ext cx="621792" cy="621792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342" y="2156338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972361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krótki sen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77840" y="1972361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Spóźnienia na pierwsze lekcje i nieobecności „bo nie mogłem wstać”.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944368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113532"/>
            <a:ext cx="621792" cy="621792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42" y="3262762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3078785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śniadania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3078785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Spadek uwagi w okolicach trzeciej lekcji i większa drażliwość.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ED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219956"/>
            <a:ext cx="621792" cy="621792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2" y="4369186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4185209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 do późna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77840" y="4185209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Krótszy i gorszy sen, nawet jeśli wydaje się, że „szybko zasypiam”.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157216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5326380"/>
            <a:ext cx="621792" cy="621792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42" y="5475610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5291633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Zmęczenie w pracowni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5291633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Mniejsza precyzja i większe ryzyko wypadku przy maszynie lub narzędziu.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6 · Edukacja zdrowotna · ZSZ5 we Wrocławiu · 2026/2027</a:t>
            </a:r>
            <a:endParaRPr lang="en-US" sz="950" dirty="0"/>
          </a:p>
        </p:txBody>
      </p:sp>
      <p:pic>
        <p:nvPicPr>
          <p:cNvPr id="25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WRACAMY DO FREKWENCJI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Obecność uruchamia cały łańcuch wsparcia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BF4F3"/>
          </a:solidFill>
          <a:ln/>
        </p:spPr>
      </p:sp>
      <p:sp>
        <p:nvSpPr>
          <p:cNvPr id="5" name="Shape 3"/>
          <p:cNvSpPr/>
          <p:nvPr/>
        </p:nvSpPr>
        <p:spPr>
          <a:xfrm>
            <a:off x="2001469" y="1883664"/>
            <a:ext cx="658368" cy="658368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6" name="Text 4"/>
          <p:cNvSpPr/>
          <p:nvPr/>
        </p:nvSpPr>
        <p:spPr>
          <a:xfrm>
            <a:off x="2001469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Obecność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Jesteś w szkole, więc nauczyciel widzi, co się dzieje.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4378" y="328269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05274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BF4F3"/>
          </a:solidFill>
          <a:ln/>
        </p:spPr>
      </p:sp>
      <p:sp>
        <p:nvSpPr>
          <p:cNvPr id="11" name="Shape 8"/>
          <p:cNvSpPr/>
          <p:nvPr/>
        </p:nvSpPr>
        <p:spPr>
          <a:xfrm>
            <a:off x="5766664" y="1883664"/>
            <a:ext cx="658368" cy="658368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12" name="Text 9"/>
          <p:cNvSpPr/>
          <p:nvPr/>
        </p:nvSpPr>
        <p:spPr>
          <a:xfrm>
            <a:off x="5766664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606442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43018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z kim rozmawiać: wychowawca, nauczyciel, pedagog.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573" y="328269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70469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BF4F3"/>
          </a:solidFill>
          <a:ln/>
        </p:spPr>
      </p:sp>
      <p:sp>
        <p:nvSpPr>
          <p:cNvPr id="17" name="Shape 13"/>
          <p:cNvSpPr/>
          <p:nvPr/>
        </p:nvSpPr>
        <p:spPr>
          <a:xfrm>
            <a:off x="9531858" y="1883664"/>
            <a:ext cx="658368" cy="658368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18" name="Text 14"/>
          <p:cNvSpPr/>
          <p:nvPr/>
        </p:nvSpPr>
        <p:spPr>
          <a:xfrm>
            <a:off x="9531858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371637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Wsparcie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408213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Trudność da się nazwać i rozłożyć na kroki.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" y="4956048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2" name="Text 18"/>
          <p:cNvSpPr/>
          <p:nvPr/>
        </p:nvSpPr>
        <p:spPr>
          <a:xfrm>
            <a:off x="1097280" y="4956048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Wsparcie pomaga utrzymać naukę i praktyki. Nieobecność zabiera pierwszy element tego łańcucha.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6 · Edukacja zdrowotna · ZSZ5 we Wrocławiu · 2026/2027</a:t>
            </a:r>
            <a:endParaRPr lang="en-US" sz="950" dirty="0"/>
          </a:p>
        </p:txBody>
      </p:sp>
      <p:pic>
        <p:nvPicPr>
          <p:cNvPr id="24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dnia: jedna zmiana na tydzień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0079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E6F2F0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wybiera jeden element do poprawy na najbliższy tydzień. Jeden, nie pięć.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CCE4E1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Przegląd dnia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Sen, śniadanie, ruch, nawodnienie, ekran przed snem. Zaznaczasz, co wypada najsłabiej.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CCE4E1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Wybór jednej zmiany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Konkretnie: „telefon poza łóżkiem od poniedziałku”, a nie „będę zdrowiej żyć”.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CCE4E1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Sposób sprawdzenia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poznasz po siedmiu dniach, że się udało. Jedno mierzalne zdanie.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komentujemy wyglądu, wagi ani wyników zdrowotnych. Rozmawiamy o zachowaniach, które każdy zmienia u siebie.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6 · Edukacja zdrowotna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8F3F2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zmiana na najbliższy tydzień.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8F3F2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Kogo w domu poproszę o pomoc w tej zmianie.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8F3F2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chcę wiedzieć o zdrowiu albo pierwszej pomocy.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od dłuższego czasu nie masz siły, nie możesz spać albo boli Cię coś regularnie — powiedz o tym dorosłemu. To nie przechodzi samo.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6 · Edukacja zdrowotna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Edukacja zdrowotna</dc:title>
  <dc:subject>Lekcja wychowawcza 2026/2027</dc:subject>
  <dc:creator>ZSZ5 we Wrocławiu</dc:creator>
  <cp:lastModifiedBy>ZSZ5 we Wrocławiu</cp:lastModifiedBy>
  <cp:revision>1</cp:revision>
  <dcterms:created xsi:type="dcterms:W3CDTF">2026-08-10T20:23:32Z</dcterms:created>
  <dcterms:modified xsi:type="dcterms:W3CDTF">2026-08-10T20:23:32Z</dcterms:modified>
</cp:coreProperties>
</file>