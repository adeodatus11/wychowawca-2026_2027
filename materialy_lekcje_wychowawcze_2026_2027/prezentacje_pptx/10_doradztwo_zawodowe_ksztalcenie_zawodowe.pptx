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'Mapa zawodu'. Warto zaprosić doradcę zawodowego lub kierownika szkolenia praktycznego.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najmocniejszy argument frekwencyjny w szkole zawodowej. Nie osłabiaj go moralizowaniem.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Podkreśl, że wybór zawodu można korygować – ale każda korekta jest łatwiejsza, gdy ma się ukończone kwalifikacje.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Zaznacz, że trzeci filar sprawdza się w konkretach: ogłoszenia o pracę, rozmowa z pracodawcą na praktyce, doradca zawodowy.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Trzeci punkt warto rozwinąć: w zawodzie przyznanie się do braku wiedzy jest kompetencją, nie wstydem.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brakuje czasu, ten slajd można pominąć.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Zapytaj: która strzałka pęka najczęściej w naszej klasie? Zwykle uczniowie wskazują 'kontakt' – nie mówią o trudności, dopóki nie jest duża.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zawodu: uczniowie wybierają kompetencję zawodową i dopisują, gdzie ją ćwiczą: szkoła, praktyka, dom, projekt. Na slajdach i w ćwiczeniu nie pojawiają się dane osobowe ani przykłady pozwalające rozpoznać konkretnego ucznia.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Podaj konkretnie, kto w ZSZ5 prowadzi doradztwo zawodowe i kiedy ma dyżur.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EFF5F7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DBE8EC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E0EBE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360920" cy="198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Decyzje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edukacyjno-zawodowe: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zawód, praktyki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rynek pracy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40080" y="40975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szkole zawodowej przyszłość nie zaczyna się po maturze. Zaczyna się na praktyce, przy pierwszym pracodawcy, który patrzy na Twoją obecność.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9F1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E9F1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9F1F3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Pracodawca ma dwie osoby z tymi samymi ocenami. Jedna ma 92% frekwencji, druga 61%. Kogo weźmie na praktykę — i dlaczego?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Frekwencja jest jedyną informacją o Tobie, którą pracodawca dostaje, zanim Cię pozna.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E9F1F3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134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Świadome decyzje edukacyjno-zawodowe, doradztwo zawodowe, promocja kształcenia zawodowego oraz nowa oferta szkół branżowych i techników.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 zawodowa to proces, nie jeden wybór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 jest częścią kształcenia, nie dodatkiem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Kompetencje zawodowe zyskują na wartości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FILARY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czym opiera się dobra decyzja zawodowa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F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umiem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konkretne umiejętności, nie „jestem ogarnięty”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to, co potwierdza praktyka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kwalifikacje i egzaminy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FF5F7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lubię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zadania nie nudzą po godzinie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z ludźmi, z narzędziem czy z ekranem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warunki: hala, biuro, teren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F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szuka rynek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kogo szukają lokalni pracodawcy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 kwalifikacje otwierają drzwi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mówi doradca zawodowy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PRAKTYKA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naprawdę decyduje o opinii u pracodawcy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F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Punktualność i obecność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rzecz, którą pracodawca zauważa. Także pierwsza, o której mówi szkole.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BHP i regulamin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jest formalnością. Jedno zaniedbanie potrafi zakończyć praktykę.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FF5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Komunikacja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Powiedzenie „nie wiem, jak to zrobić” jest bezpieczniejsze niż zepsucie materiału.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Dokumentacja i dzienniczek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wpisów oznacza brak dowodu, że praktyka się odbyła.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słów, które zostają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EBF2F5"/>
          </a:solidFill>
          <a:ln/>
        </p:spPr>
      </p:sp>
      <p:sp>
        <p:nvSpPr>
          <p:cNvPr id="5" name="Shape 3"/>
          <p:cNvSpPr/>
          <p:nvPr/>
        </p:nvSpPr>
        <p:spPr>
          <a:xfrm>
            <a:off x="1206368" y="2249424"/>
            <a:ext cx="859536" cy="85953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657" y="2455713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Zawód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konkret, nie etykieta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69936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EBF2F5"/>
          </a:solidFill>
          <a:ln/>
        </p:spPr>
      </p:sp>
      <p:sp>
        <p:nvSpPr>
          <p:cNvPr id="10" name="Shape 7"/>
          <p:cNvSpPr/>
          <p:nvPr/>
        </p:nvSpPr>
        <p:spPr>
          <a:xfrm>
            <a:off x="3436224" y="2249424"/>
            <a:ext cx="859536" cy="85953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2" y="2455713"/>
            <a:ext cx="446959" cy="446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9664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Praktyki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997952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kształcenia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9792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EB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6080" y="2249424"/>
            <a:ext cx="859536" cy="85953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68" y="2455713"/>
            <a:ext cx="446959" cy="446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9520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Kompetencje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27808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potwierdzone, nie deklarowane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9648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EBF2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895935" y="2249424"/>
            <a:ext cx="859536" cy="85953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224" y="2455713"/>
            <a:ext cx="446959" cy="446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9376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Pracodawca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7664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patrzy na obecność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59503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EBF2F5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25791" y="2249424"/>
            <a:ext cx="859536" cy="859536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080" y="2455713"/>
            <a:ext cx="446959" cy="4469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9231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Frekwencja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687519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Twoja pierwsza rekomendacja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WRACAMY DO FREKWENCJI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 uruchamia cały łańcuch wsparcia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DF3F6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Obecność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Jesteś w szkole, więc nauczyciel widzi, co się dzieje.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D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z kim rozmawiać: wychowawca, nauczyciel, pedagog.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DF3F6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Wsparcie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da się nazwać i rozłożyć na kroki.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pomaga utrzymać naukę i praktyki. Nieobecność zabiera pierwszy element tego łańcucha.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zawodu: gdzie ćwiczę tę kompetencję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1F6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9F1F3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wybiera jedną kompetencję ze swojego zawodu i wskazuje cztery miejsca, w których da się ją realnie ćwiczyć.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D2E2E8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 kompetencji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konkretna umiejętność zawodowa, nie „bycie dobrym fachowcem”.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D2E2E8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miejsca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Szkoła, praktyka, dom, własny projekt. Do każdego jedno konkretne działanie.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D2E2E8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Najbliższy tydzień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Zaznaczasz to jedno działanie, które da się zrobić w ciągu siedmiu dni.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porównujemy uczniów między sobą ani nie oceniamy wyboru zawodu kolegów.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BF2F5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kompetencja, którą ćwiczę w tym tygodniu.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BF2F5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zapytam na praktyce albo u doradcy zawodowego.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B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4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wiem o swojej ścieżce po szkole.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jesteś pewny wyboru zawodu? To normalne w tym wieku. Umów się na rozmowę z doradcą zawodowym, zamiast decydować w milczeniu.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10 · Decyzje edukacyjno-zawodowe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Decyzje edukacyjno-zawodowe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