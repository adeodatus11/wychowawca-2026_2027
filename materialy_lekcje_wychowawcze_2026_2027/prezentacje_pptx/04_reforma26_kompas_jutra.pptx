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'Burza faktów'.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Zbieraj odpowiedzi bez oceniania nauczycieli. Kieruj rozmowę na mechanizmy: jasny cel, sens, informacja zwrotna.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Uczniowie nie muszą znać nazw dokumentów. Muszą zrozumieć, że zmiana dotyczy ich codziennych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która z tych trzech rzeczy najbardziej kuleje w naszej klasie? Odpowiedź jest materiałem na plan działania.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 i przejść od razu do ćwiczenia.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wyraźnie: pytanie na lekcji nie jest przyznaniem się do słabości. To najszybszy sposób nadrobienia.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która strzałka pęka najczęściej w naszej klasie? Zwykle uczniowie wskazują 'kontakt' – nie mówią o trudności, dopóki nie jest duża.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Burza faktów: co w naszej klasie pomaga się uczyć, co przeszkadza, czego potrzebujemy od siebie. Na slajdach i w ćwiczeniu nie pojawiają się dane osobowe ani przykłady pozwalające rozpoznać konkretnego ucznia. Zapisz ustaloną zasadę i wróć do niej po miesiącu.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Poproś, żeby trzy punkty zostały zapisane. Bez zapisu wracamy do punktu wyjścia.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EEF3F6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7E5EB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DCE8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4D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Reforma26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Kompas Jutra: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szkoła wymagająca,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wspierająca i przyjazna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nie jest hasłem z konferencji. To zmiana sposobu uczenia się: więcej sensu, jasne wymagania, realne wsparcie i konkretna informacja zwrotna.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6EF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6EF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6EFF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jednej lekcji uczysz się dużo, na innej patrzysz w zegar. Wskaż jedną rzecz, która o tym decyduje.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chodzi o to, kto jest miły. Chodzi o to, czy wiesz, po co to robisz i co masz zrobić dalej.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E6EFF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043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Wspieranie szkół we wdrażaniu zmian wynikających z Reformy26. Kompas Jutra.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sensu: wiem, po co się tego uczę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wymagań i więcej wsparcia jednocześnie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informacji zwrotnej niż samych ocen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SŁOWA Z TYTUŁU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znaczą w praktyce naszej klasy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Wymagająca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 są znane z góry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oceny są jawne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„trudno” nie znaczy „niesprawiedliwie”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E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Wspierająca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można powiedzieć „nie rozumiem”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jest etapem, nie wyrokiem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jest dostępna zanim pojawi się jedynka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E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Przyjazna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szacunek działa w dwie strony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nie jest ośmieszany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relacja nie oznacza braku zasad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9F0F4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z góry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9F0F4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Wsparcie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dostępne wcześnie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9F0F4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Przyjazna relacja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szacunek w dwie strony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9F0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Odpowiedzialność ucznia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mój udział, nie tylko szkoły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9F0F4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Informacja zwrotna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i jak poprawić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0080" y="4636008"/>
            <a:ext cx="10911535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23494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08760" y="4690872"/>
            <a:ext cx="972281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zadziała w tej klasie tylko wtedy, gdy zmienią się dwie strony: sposób uczenia i sposób pytania o pomoc.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33" name="Image 6" descr="/sessions/compassionate-clever-carson/mnt/outputs/build/logo_tr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wygląda „wymagająca i wspierająca” w praktyce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0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02536"/>
            <a:ext cx="640080" cy="64008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1561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 działa uczenie się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Mówię „nie rozumiem tego fragmentu”, zamiast kiwać głową.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Pytam o kryteria, po których poznam, że praca jest dobra.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Poprawiam pracę po informacji zwrotnej, a nie tylko sprawdzam ocenę.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Zgłaszam trudność, kiedy jest mała.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7872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A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4760" y="2002536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379" y="21561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5152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 wygląda utknięcie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1920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Udaję, że rozumiem, żeby nie wyjść na słabszego.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Znikam z lekcji, na której jest najtrudniej.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Czekam do końca semestru i liczę na cud.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Traktuję ocenę jako opinię o sobie, a nie o pracy.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15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WRACAMY DO FREKWENCJI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 uruchamia cały łańcuch wsparcia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2F5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Jesteś w szkole, więc nauczyciel widzi, co się dzieje.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z kim rozmawiać: wychowawca, nauczyciel, pedagog.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2F5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Wsparcie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da się nazwać i rozłożyć na kroki.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pomaga utrzymać naukę i praktyki. Nieobecność zabiera pierwszy element tego łańcucha.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Burza faktów: co pomaga, co przeszkadza, czego potrzebujemy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6EFF3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kolumny na tablicy. Zbieramy fakty o naszej klasie, nie opinie o ludziach.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CDDEE6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4D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pomaga się uczyć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 rzeczy, które działają: sposób pracy, materiały, układ zajęć, atmosfera.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CDDEE6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4D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przeszkadza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nazwisk. Nazywamy zjawisko, nie osobę.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CDDEE6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4D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potrzebujemy od siebie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zasada, którą klasa wprowadza na najbliższy miesiąc.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kolumnie „co przeszkadza” nie pojawiają się imiona ani opisy pozwalające rozpoznać konkretną osobę.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9F0F4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konkretnie zrobię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9F0F4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i kogo poproszę o pomoc.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9F0F4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3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jeszcze nie rozumiem i muszę dopytać.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wiesz, od czego zacząć? Powiedz o tym wychowawcy. To zawsze pierwszy krok.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4 · Reforma26 i Kompas Jutra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Reforma26 i Kompas Jutra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