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na fikcyjnej kartotece.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strasz. Wystarczy jedno spokojne zdanie: 'w takiej sytuacji tracimy czas, który jest potrzebny na pomoc'.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Zwróć uwagę na trzeci punkt: bardzo częsty problem to rodzic bez aktywnego konta w dzienniku.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Powiedz wprost, że szkoła zbiera dane w zakresie wynikającym z przepisów i potrzeb dokumentacji – nie 'na wszelki wypadek'.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Dobre miejsce, by przypomnieć, że dotyczy to też uczniów: wysłanie na grupę zdjęcia listy z danymi kolegów jest naruszeniem, nie żartem.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Ostatni punkt z prawej kolumny dotyczy też nauczyciela – powiedz to otwarcie, buduje wiarygodność całej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Zapisz termin: do kiedy klasa ma zgłosić braki. Bez terminu zadanie zniknie.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Ćwiczenie bez danych osobowych: uczniowie dostają fikcyjną kartotekę z brakami i oznaczają, które braki uniemożliwiają kontakt szkoły z domem. Potem przenoszą wnioski na własną listę do sprawdzenia w domu. Na slajdach i w ćwiczeniu nie pojawiają się dane osobowe ani przykłady pozwalające rozpoznać konkretnego ucznia.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Zbierz od klasy szybką informację: kto ma problem z dostępem. To gotowa lista zadań dla wychowawcy.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0F1F6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DEE0EA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E2E4E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36092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do dziennika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VULCAN: po co je zbieramy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jak je chronimy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40721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Kartoteka w dzienniku nie jest formalnością. To sposób, w jaki szkoła może się z Tobą i z Twoim domem skontaktować, kiedy naprawdę trzeba.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EAEC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EAEC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EAECF2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Nauczyciel musi w pięć minut skontaktować się z Twoim rodzicem, bo źle się poczułeś. W kartotece jest numer sprzed dwóch lat. Co się dzieje dalej?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jest pytanie teoretyczne. Nieaktualny numer telefonu to najczęstsza usterka kartoteki.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CO KARTOTEKA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powody, dla których szkoła prosi o te dane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0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7108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15633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72361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w pilnej sytuacji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72361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Wypadek, choroba, nagłe wyjście ze szkoły. Liczy się jeden działający numer.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113532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2" y="32627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078785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Prawidłowe dokumenty szkolne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3078785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Świadectwa, legitymacje, zaświadczenia. Błąd w danych oznacza poprawianie dokumentu.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0F1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19956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36918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185209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Frekwencja i usprawiedliwienia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4185209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Rodzic musi mieć własny dostęp do dziennika, żeby usprawiedliwienie było skuteczne.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26380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547561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5291633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Komunikacja z rodzicem lub opiekunem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5291633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 o ocenach, zebraniach i praktykach idą na konto rodzica, nie na grupę klasową.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KATEGORIE DANYCH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dokładnie znajduje się w kartotece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0F1F6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ucznia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imiona i nazwisko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 miejsce urodzenia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i zawód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0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 zamieszkania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zamieszkania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do korespondencji, jeśli inny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potrzebne do dokumentacji szkolnej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0F1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Rodzic lub opiekun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imię i nazwisko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adres, jeśli wymagany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do konta w dzienniku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osobowe to nie ciekawostka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874520"/>
          </a:xfrm>
          <a:prstGeom prst="roundRect">
            <a:avLst>
              <a:gd name="adj" fmla="val 4878"/>
            </a:avLst>
          </a:prstGeom>
          <a:solidFill>
            <a:srgbClr val="EAECF2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189988"/>
            <a:ext cx="877824" cy="87782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40066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1C2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Twoje dane i dane Twojego rodzica są chronione. To znaczy, że nikt – także kolega z klasy – nie ma prawa ich zobaczyć tylko dlatego, że jest ciekawy.</a:t>
            </a:r>
            <a:endParaRPr lang="en-US" sz="205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346649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886968" y="4224528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378147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4946904"/>
            <a:ext cx="295442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Podajesz je ustaloną drogą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62602" y="3977640"/>
            <a:ext cx="346649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4609490" y="4224528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37814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8634" y="4946904"/>
            <a:ext cx="295442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udostępniasz danych innych osób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85125" y="3977640"/>
            <a:ext cx="346649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8332013" y="4224528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378147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41157" y="4946904"/>
            <a:ext cx="295442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Zmianę zgłaszasz od razu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21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PRAKTYKA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postępujemy z danymi w naszej klasie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0F6F2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2002536"/>
            <a:ext cx="640080" cy="64008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21561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Tak, tak to robimy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128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Aktualizuję dane drogą ustaloną w szkole: przez wychowawcę lub sekretariat.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Sprawdzam z rodzicem, czy jego telefon i e-mail w dzienniku są aktualne.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Zgłaszam brak dostępu do dziennika, zamiast liczyć, że 'jakoś to będzie'.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Pilnuję, żeby rodzic miał własne konto, a nie korzystał z mojego.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87872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AF0F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4760" y="2002536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379" y="21561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5152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Tego nie robimy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1920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czytamy danych na głos przy całej klasie.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wpisujemy danych w przypadkowy, publiczny formularz.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wysyłamy dokumentów ani skanów na grupę klasową.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wyświetlamy kartoteki ucznia na projektorze.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15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ZADANIE DO DOMU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kroki, które robisz jeszcze dziś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EEFF5"/>
          </a:solidFill>
          <a:ln/>
        </p:spPr>
      </p:sp>
      <p:sp>
        <p:nvSpPr>
          <p:cNvPr id="5" name="Shape 3"/>
          <p:cNvSpPr/>
          <p:nvPr/>
        </p:nvSpPr>
        <p:spPr>
          <a:xfrm>
            <a:off x="2001469" y="1883664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2001469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Sprawdź z rodzicem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telefon i e-mail w dzienniku są aktualne.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378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5274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EEFF5"/>
          </a:solidFill>
          <a:ln/>
        </p:spPr>
      </p:sp>
      <p:sp>
        <p:nvSpPr>
          <p:cNvPr id="11" name="Shape 8"/>
          <p:cNvSpPr/>
          <p:nvPr/>
        </p:nvSpPr>
        <p:spPr>
          <a:xfrm>
            <a:off x="5766664" y="1883664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9"/>
          <p:cNvSpPr/>
          <p:nvPr/>
        </p:nvSpPr>
        <p:spPr>
          <a:xfrm>
            <a:off x="5766664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06442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Uzupełnij braki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3018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Ustaloną drogą: przez wychowawcę albo sekretariat.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3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70469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EEFF5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1858" y="1883664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4"/>
          <p:cNvSpPr/>
          <p:nvPr/>
        </p:nvSpPr>
        <p:spPr>
          <a:xfrm>
            <a:off x="9531858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71637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Zgłoś problem z dostępem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08213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rodzic nie może się zalogować – mówisz o tym wychowawcy.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na koniec tygodnia: każdy uczeń i każdy rodzic w naszej klasie ma działający dostęp do dziennika.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24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Fikcyjna kartoteka: które braki blokują kontakt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EAECF2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Pracujecie na wymyślonej kartotece z brakami. Zadanie: zaznaczyć te braki, które uniemożliwiają szkole kontakt z domem.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D5D8E5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w grupach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Grupy 3–4 osób dostają tę samą fikcyjną kartotekę z kilkoma brakami.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D5D8E5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braków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Ustalacie, który brak jest najgroźniejszy i dlaczego. Jedno zdanie uzasadnienia.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D5D8E5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Przeniesienie na siebie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zapisuje na własnej liście, co sprawdzi w domu jeszcze dziś.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Kartoteka w ćwiczeniu jest w całości wymyślona. Nie używamy prawdziwych danych żadnego ucznia ani rodzica.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CEDF3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dziś sprawdzę razem z rodzicem.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C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muszę zgłosić wychowawcy.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CEDF3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rozumiem w dostępie do dziennika.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masz dostępu do dziennika albo nie wiesz, jak go dać rodzicowi? Zgłoś to wychowawcy – to standardowa sprawa do rozwiązania.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 · Dane do dziennika VULCAN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Dane do dziennika VULCAN</dc:title>
  <dc:subject>Lekcja wychowawcza 2026/2027</dc:subject>
  <dc:creator>ZSZ5 we Wrocławiu</dc:creator>
  <cp:lastModifiedBy>ZSZ5 we Wrocławiu</cp:lastModifiedBy>
  <cp:revision>1</cp:revision>
  <dcterms:created xsi:type="dcterms:W3CDTF">2026-08-10T20:23:31Z</dcterms:created>
  <dcterms:modified xsi:type="dcterms:W3CDTF">2026-08-10T20:23:31Z</dcterms:modified>
</cp:coreProperties>
</file>